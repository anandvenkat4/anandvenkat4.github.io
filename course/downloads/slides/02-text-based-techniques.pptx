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2 — Text-Based Techniques. If Module 1 was the theory, this is the workhorse toolkit — the techniques you'll reach for literally every day. We're covering three ideas: in-context learning, few-shot prompting, and chain-of-thought. I want you to picture them as a ladder. You start on the cheapest rung — just asking, zero-shot. If that's not enough, you add examples — few-shot. If the task needs real reasoning, you add chain-of-thought. The actual skill here isn't knowing the techniques; it's picking the lowest rung that gets the job done. We'll finish with a lab where you measure your accuracy climbing that ladder. Let's dig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By the end of this module you'll be able to use in-context learning — teaching a task with examples and no training whatsoever. You'll know when to stay zero-shot versus when to add examples. And notice the phrase 'earn their token cost' — examples aren't free, they fill up the context window and they slow the model down, so a good engineer only adds them when they pay off. You'll learn to write good few-shot examples — coverage, order, consistent formatting. And you'll apply chain-of-thought to make the model reason step by step. All four of these are your primary levers for CO1 — optimizing the model's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whole module — the ladder. Rung one, zero-shot: just the instruction, no examples. It's fast and cheap and it's fine for easy, familiar tasks. Rung two, few-shot: you add two to five examples of input and output, which locks in the format and lifts accuracy on more specific tasks. Rung three, chain-of-thought: you ask the model to reason step by step before answering, and that gives you big wins on multi-step problems. And the top rung, combine: few-shot examples that themselves show the reasoning — that's the strongest text-only setup there is. Here's the rule I want you to live by: climb only as high as you need. Every rung up costs you tokens and time. This ladder is the spine of the module — the next few slides are just each rung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in-context learning, because it's genuinely one of the most remarkable things about these models. You show the model two or three examples of a pattern, and it infers the rule on the spot — no fine-tuning, no data pipeline, nothing. Just text. Now here's the practical insight you must internalize: your examples ARE the specification. Whatever shape your examples take, the answer takes. If your examples are formatted inconsistently, the model won't know which one to copy, and your output will be inconsistent too. So make your examples identical in format, and make sure they cover the tricky cases, not just the easy ones. One more subtle thing — recency matters. The last example you give carries extra weight, so put your most representative example last. And here's the big warning: a single mislabeled example poisons everything after it. The model will faithfully copy your mistake. So proofread your examples like they're production code. And balance them — if every example you give is labelled 'positive,' don't be surprised when the model just answers 'positive'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classic few-shot example. I'm asking the model to classify sentiment, and I've given it two examples: 'Loved it' maps to positive, 'Waste of money' maps to negative. Then I give it 'It was fine' with an arrow, and — as you'd expect — it completes the pattern with 'neutral.' Notice that those two little examples are doing two jobs at once. They define the allowed labels — positive, negative, neutral — which is what we'll later call the answer space. And they define the output format — one lowercase word, right after an arrow, no explanation. Now, what would happen if I removed the examples and just asked 'What's the sentiment of this review?' The model might reply 'This review seems fairly neutral in tone…' — a whole sentence, not a clean label. That's the point: few-shot buys you consistency. And notice — I only needed two examples. More is not always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little bit of magic — chain-of-thought. Look at the prompt: a simple word problem, and then four words at the end — 'Let's think step by step.' Without those words, a smaller model will often just blurt out a number, and it's frequently wrong. With them, the model lays out its working — start at 23, sold 17 leaves 6, received 30 makes 36 — and it gets it right. And crucially, you can see exactly where any error would be. This is called zero-shot chain-of-thought, because I didn't give any examples — I just invited the model to reason. Here's why it works, in prompt terms: by making 'a worked-out solution' the likely continuation, correct intermediate steps become probable, and the final answer follows from those steps. One caution — chain-of-thought makes the output longer and slower, so please don't slap 'let's think step by step' onto a trivial task. Use it where the reasoning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top rung of the ladder — few-shot chain-of-thought, where your examples themselves include the reasoning. Look at the first example: I don't just give the answer, I show the working — start at 2, add 3 to get 5, subtract 1 to get 4. Then the second problem, and the model imitates not just the format but the whole method — start at 10, minus 4, plus 6, answer 12. This is what you reach for when you need the model to reason in a specific way — your company's accounting method, your grading rubric, your exact step order. It imitates the process, not just the shape of the answer. Compare it to the previous slide: zero-shot chain-of-thought just says 'think step by step'; few-shot chain-of-thought shows exactly how to think. It costs more tokens, so reserve it for tasks where the method really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turn all this into judgement, because that's what I actually want you to leave with. Most tasks should start zero-shot — just ask. You only climb the ladder when the evidence tells you to. Reach for few-shot when the output format has to be exact, when there's a specific style or schema, or when zero-shot is close but keeps varying — basically, when you can show it better than you can tell it. Reach for chain-of-thought when the task needs multi-step reasoning — maths, logic, planning — or when you notice the model getting the individual steps right but the final total wrong. Here's the line to remember: diagnose before you medicate. Match the technique to the symptom. Wrong format is a few-shot signal; fluent-but-illogical is a chain-of-thought signal. And by the way — this exact judgement is what earns marks in your take-home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Lab 1, and this one quietly teaches you something beyond the techniques. Here's the task. Build a small test set — ten items with known correct answers. It could be sentiment, it could be simple word problems, your choice. Then run all three methods on it — zero-shot, few-shot, chain-of-thought — and score each one against your known answers. The 'aha' moment is watching your accuracy climb up the ladder. But watch carefully, because sometimes you'll find few-shot fixes the format without changing accuracy, or chain-of-thought helps the hard items but just wastes tokens on the easy ones. You've got about fifty minutes. 'Done' means an accuracy table for the three methods, plus one sentence on the trade-off you observed. And notice what you just did — you built a test set and measured. That's the evaluation mindset, and it's exactly what CO2 is about. Go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Module 2. In-context learning lets you teach a task purely through examples in the prompt, with no training. Few-shot locks in your format and lifts accuracy — just watch the order of examples and never ship a bad one. Chain-of-thought unlocks multi-step reasoning. And the meta-skill: climb to the lightest rung of the ladder that clears your quality bar, because every rung costs tokens and time. Quick check — when would you choose few-shot over chain-of-thought, and when the reverse? Right — few-shot for format and style, chain-of-thought for reasoning. These text techniques are your base. In Module 3 we stack advanced methods on top of them, and in Module 4 we make the outputs machine-usable. Let's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MODULE 2</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Text-Based Techniques</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The core moves: teach a task with examples inside the prompt, and get the model to reason before it answers.</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Venkat Loganathan  ·  Prompt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MODULE 2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By the end of this module</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Use in-context learning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teach a task with examples, no fine-tuning.</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Choose zero- vs few-shot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know when examples earn their token cost.</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Write good few-shot examples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coverage, order, and consistent formatting.</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Apply chain-of-thought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make the model reason step by step before answering.</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THE LADDER</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Three levels of a text prompt</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0</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Zero-shot</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Just the instruction, no examples. Fast and cheap; fine for easy, familiar tasks.</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N</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Few-shot</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Add 2–5 input→output examples. Locks in format and lifts accuracy on specific tasks.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Chain-of-thought</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Ask the model to reason step by step, then give the answer. Big wins on multi-step problems.</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Combine</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Few-shot examples that themselves show the reasoning steps — the strongest text-only setup.</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IN-CONTEXT LEARNING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Teaching by example, with no training</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The model adapts on the spot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Show 2–3 examples of the pattern and it infers the rule — no fine-tuning, no data pipeline.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Examples set the format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The shape of your examples becomes the shape of the answer. Inconsistent examples = inconsistent output.</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Order and coverage matter</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Cover the tricky cases; keep formatting identical; beware recency — the last example influences most.</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A single mislabeled example poisons everything after it — the model copies the mistake faithfully. Fix: proofread exemplars like production code. And balance them; if all your examples are 'positive', the model learns to answer 'positive'.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FEW-SHOT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In-context learning by example</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Classify sentiment as</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positive / negative / neutral.</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Review: 'Loved it!' -&gt; positive</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Review: 'Waste of money' -&gt;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negative</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Review: 'It was fine.' -&gt;</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neutral</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Two examples fix the label set AND the exact output format. The model just completes the pattern.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CHAIN-OF-THOUGHT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Ask it to reason, then answer</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Q: A shop had 23 apples,</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sold 17, then received 30</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more. How many now?</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Let's think step by step.</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Start: 23.</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Sold 17 -&gt; 23-17 = 6.</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Received 30 -&gt; 6+30 = 36.</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Answer: 36.</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'Let's think step by step' turns one risky guess into a checkable chain. Zero-shot CoT — no examples needed.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FEW-SHOT COT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Teach the reasoning method itself</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Q: 2 apples, buy 3 more,</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eat 1. How many?</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 Start 2, +3 = 5, -1 = 4.</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Answer: 4.</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Q: 10 pens, give 4, buy 6.</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Start 10, -4 = 6,</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+6 = 12.</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Answer: 12.</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When you need a *specific* reasoning style, show it. The model imitates the method, not just the answer.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DECISION GUIDE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Pick the lightest tool that clears the bar</a:t>
            </a:r>
            <a:endParaRPr lang="en-US" sz="3200" dirty="0"/>
          </a:p>
        </p:txBody>
      </p:sp>
      <p:sp>
        <p:nvSpPr>
          <p:cNvPr id="4" name="Shape 2"/>
          <p:cNvSpPr/>
          <p:nvPr/>
        </p:nvSpPr>
        <p:spPr>
          <a:xfrm>
            <a:off x="548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41248" y="2011680"/>
            <a:ext cx="4764024" cy="438912"/>
          </a:xfrm>
          <a:prstGeom prst="roundRect">
            <a:avLst>
              <a:gd name="adj" fmla="val 16667"/>
            </a:avLst>
          </a:prstGeom>
          <a:solidFill>
            <a:srgbClr val="4F46E5"/>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Reach for FEW-SHOT when…</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Output format must be exact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The task has a specific style or schema</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Zero-shot is close but inconsistent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You can show it better than tell it</a:t>
            </a:r>
            <a:endParaRPr lang="en-US" sz="1350" dirty="0"/>
          </a:p>
        </p:txBody>
      </p:sp>
      <p:sp>
        <p:nvSpPr>
          <p:cNvPr id="8" name="Shape 6"/>
          <p:cNvSpPr/>
          <p:nvPr/>
        </p:nvSpPr>
        <p:spPr>
          <a:xfrm>
            <a:off x="6263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6556248" y="2011680"/>
            <a:ext cx="4764024" cy="438912"/>
          </a:xfrm>
          <a:prstGeom prst="roundRect">
            <a:avLst>
              <a:gd name="adj" fmla="val 16667"/>
            </a:avLst>
          </a:prstGeom>
          <a:solidFill>
            <a:srgbClr val="0F172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Reach for CHAIN-OF-THOUGHT when…</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The task needs multi-step reasoning</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Maths, logic, planning are involved</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Answers get the steps right but total wrong</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You can afford longer, slower outputs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4F46E5">
              <a:alpha val="20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HANDS-ON LAB  ·  ~60% OF THIS MODULE</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Calibri" pitchFamily="34" charset="0"/>
                <a:ea typeface="Calibri" pitchFamily="34" charset="-122"/>
                <a:cs typeface="Calibri" pitchFamily="34" charset="-120"/>
              </a:rPr>
              <a:t>Lab 1 · Zero → Few → CoT</a:t>
            </a:r>
            <a:endParaRPr lang="en-US" sz="3800" dirty="0"/>
          </a:p>
        </p:txBody>
      </p:sp>
      <p:sp>
        <p:nvSpPr>
          <p:cNvPr id="5" name="Text 3"/>
          <p:cNvSpPr/>
          <p:nvPr/>
        </p:nvSpPr>
        <p:spPr>
          <a:xfrm>
            <a:off x="548640" y="2286000"/>
            <a:ext cx="10424160" cy="1371600"/>
          </a:xfrm>
          <a:prstGeom prst="rect">
            <a:avLst/>
          </a:prstGeom>
          <a:noFill/>
          <a:ln/>
        </p:spPr>
        <p:txBody>
          <a:bodyPr wrap="square" rtlCol="0" anchor="t"/>
          <a:lstStyle/>
          <a:p>
            <a:pPr indent="0" marL="0">
              <a:lnSpc>
                <a:spcPts val="2500"/>
              </a:lnSpc>
              <a:buNone/>
            </a:pPr>
            <a:r>
              <a:rPr lang="en-US" sz="1700" dirty="0">
                <a:solidFill>
                  <a:srgbClr val="CBD5E1"/>
                </a:solidFill>
                <a:latin typeface="Calibri" pitchFamily="34" charset="0"/>
                <a:ea typeface="Calibri" pitchFamily="34" charset="-122"/>
                <a:cs typeface="Calibri" pitchFamily="34" charset="-120"/>
              </a:rPr>
              <a:t>Take one classification / reasoning task and walk it up the ladder: zero-shot, then few-shot, then chain-of-thought. Measure accuracy at each rung.</a:t>
            </a:r>
            <a:endParaRPr lang="en-US" sz="1700" dirty="0"/>
          </a:p>
        </p:txBody>
      </p:sp>
      <p:sp>
        <p:nvSpPr>
          <p:cNvPr id="6" name="Text 4"/>
          <p:cNvSpPr/>
          <p:nvPr/>
        </p:nvSpPr>
        <p:spPr>
          <a:xfrm>
            <a:off x="54864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YOU'LL PRODUCE</a:t>
            </a:r>
            <a:endParaRPr lang="en-US" sz="1200" dirty="0"/>
          </a:p>
        </p:txBody>
      </p:sp>
      <p:sp>
        <p:nvSpPr>
          <p:cNvPr id="7" name="Text 5"/>
          <p:cNvSpPr/>
          <p:nvPr/>
        </p:nvSpPr>
        <p:spPr>
          <a:xfrm>
            <a:off x="548640" y="429768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10-item test set with graded answers</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An accuracy comparison across the three methods</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short note on where each method actually paid off</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2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In-context learning teaches via examples in the prompt — no training</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Few-shot locks format and lifts accuracy; watch order and bad exemplars</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Chain-of-thought unlocks multi-step reasoning</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Climb to the lightest rung that clears your quality bar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