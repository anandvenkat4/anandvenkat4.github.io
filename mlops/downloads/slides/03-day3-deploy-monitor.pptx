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three — the day it all comes together and goes live. Here's the plan: first we automate, using GitHub Actions so that every time you push code, it gets tested and built for you. Then the moment we've been building toward — we deploy your container to a free public host and you get a real URL on the internet serving your model. Then we make you a responsible engineer: monitoring for drift and knowing when to retrain. And we finish with the capstone — you demo your live model and sit a short mock technical interview with me. By this evening, you will have shipped. Let's make it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today, and they're the ones that turn you from 'can train a model' into 'can run one'. You'll automate with CI/CD, so testing and building happen on every push instead of by hand. You'll deploy to a public URL — your model, live on the internet, callable by anyone. You'll monitor for drift, detecting when the world has changed enough that your model needs retraining. And you'll demo and defend what you built, in the capstone and the mock interview. Every one of these is hands-on. Let's start with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seven — CI/CD, then a lab. CI/CD stands for continuous integration and delivery, but think of it plainly: automate the boring, risky steps so humans can't forget them. Every time you push code, an automated pipeline lints it, runs your tests, and builds your Docker image — no manual checklist. GitHub Actions runs this for you: you write a small YAML file describing the steps, and GitHub executes them on its own machines, free for public repositories. Now the machine-learning twist — read the insight. In ML, CI/CD checks two things ordinary software pipelines never did: the data and the model. You add a model test — an accuracy gate — that fails the build if the model drops below, say, eighty-five percent. That means a bad model can never reach your users, because the pipeline refuses to ship it. That's a genuinely powerful idea, and you'll build it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CI pipeline in its simplest form. The 'on push' line means: run this every time code is pushed. The steps are just commands — lint the code with ruff, run the tests with pytest, build the Docker image. That's a real, working pipeline. On the right: you push, GitHub spins up a machine, runs your checks including that model accuracy gate, and gives you a green check when everything passes — your signal that it's safe to ship. In the lab, your break-it challenge is to deliberately make a test fail — maybe lower the accuracy gate below your model, or break a unit test — and watch the pipeline turn red and block the merge. Seeing red is the lesson: the pipeline caught it, not your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four — automation. Push your project to a public GitHub repo, then add the workflow file that lints, tests, and builds your Docker image on every push. Add a model accuracy gate so the build fails if the model underperforms. Push, and watch the Actions tab run your pipeline and go green. Then break it on purpose — fail a test or tighten the accuracy gate — and watch it go red and block you. Fix it and go green again. Deliverables: a public repo, a passing workflow, an accuracy gate, and the story of the red build you caused and fixed. That red-to-green cycle is exactly what you'll describe in your interview.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eight — the big moment, deployment. And here's the beautiful part: there are no code changes. We take the exact Docker image you built yesterday and push it to a managed host. That's the reward for containerizing — the deployable unit is already done. We use free tiers that give you a real, public HTTPS URL: Hugging Face Spaces with a Docker Space is our primary path, Render is the alternative. Two things to mind: read the port from an environment variable, because the host tells you which port to use, and expect a 'cold start' — the first request after idle takes a few seconds to wake the container. Read the insight: a managed host means you don't run servers — you hand over a container and get back a URL. That's exactly how AWS and GCP managed endpoints work too, just free here. And when you can say in an interview, 'I containerized the model and deployed it to a managed endpoint,' you sound like an engineer, not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five — ship it. Deploy your container to Hugging Face Spaces as a Docker Space, or to Render if you prefer — I'll show both. When it's live, you'll get a public HTTPS URL. Then do the thing that makes it real: call your model from your phone, off wifi, over the actual internet. Paste your link into the class API gallery up on the board so we can all try each other's models. Note what you observe about cold starts and how the port environment variable works, because those come up in interviews. This is the milestone of the whole course — when your prediction comes back over the internet, you've done real MLOps. Take a screenshot; you earned it.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nine — the part that separates hobbyists from professionals: what happens after deployment. Deployed is not done. A live model quietly degrades as the world changes, and monitoring is how you notice before your users — or your boss — do. Two kinds of drift: data drift, where the inputs shift — maybe salaries rose, or a new customer segment appears — and concept drift, where the relationship between inputs and the right answer changes. Both quietly erode accuracy. So you detect drift with simple statistics like PSI or a KS test, you alert when it crosses a threshold, and you trigger retraining. And you govern the model: track which data it came from, document it, and watch for bias — that's responsible ML. Read the insight: you can't fix what you can't see, and a simple statistical test comparing today's inputs to your training data is often enough to catch drift early. The mature move isn't a fancy dashboard — it's having any alarm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drift detection in a few lines. The KS test — ks_2samp from scipy — compares two samples and asks 'do these come from the same distribution?' You feed it the income feature from your training data and from your recent live data. If the p-value stays at or above 0.05, the distribution is stable. If it drops below 0.05, the data has moved — time to investigate and probably retrain. That's it — no heavy tooling, just a statistical test you already learned in stats class, now doing real work. In the monitoring mini-lab you'll deliberately shift a feature's distribution, catch it with this test, and write a simple retraining trigger. Then you'll know not just how to deploy a model, but how to keep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block — monitoring, then the capstone. First, the drift mini-lab: run the KS-based check, shift a feature to simulate a downturn, watch it fire, and write your retraining trigger. Then we shift into demo day. One by one — or in small panels — you'll demo your end-to-end project: show the repo, the green CI pipeline, the live URL answering a prediction, and your drift check. And I'll run each of you through a short mock technical interview with real MLOps questions — the kind you'll get in a job hunt. This isn't to catch you out; it's to prove to yourself you can explain your own work. When you walk out, you'll have a finished, deployed project that goes straight onto your CV and your GitHub. Let's finish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the whole course. You automated with CI/CD, including a model accuracy gate that blocks bad models. You deployed your container to a live public URL — that's real MLOps, not a tutorial. You added drift monitoring and a retraining trigger to keep the model honest over time. And most importantly, you took one model the entire distance — notebook to production — and you can now defend every decision in an interview. Three days ago most of you had never deployed anything. Today you have a public URL and a project on your CV. Keep that repo, keep improving it, and put the link on your resume. It's been a pleasure — well done, all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DAY 3 · AUTOMATION, DEPLOYMENT &amp;AMP; MONITORING</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Ship It, Watch It, Defend It</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Automate with CI/CD, deploy to a live public URL, monitor for drift — then demo and a mock interview.</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Venkat Loganathan · MLOps &amp; Model Deployment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DAY 3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By the end of today</a:t>
            </a:r>
            <a:endParaRPr lang="en-US" sz="3200" dirty="0"/>
          </a:p>
        </p:txBody>
      </p:sp>
      <p:sp>
        <p:nvSpPr>
          <p:cNvPr id="4" name="Shape 2"/>
          <p:cNvSpPr/>
          <p:nvPr/>
        </p:nvSpPr>
        <p:spPr>
          <a:xfrm>
            <a:off x="548640" y="1737360"/>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04672" y="1979676"/>
            <a:ext cx="548640" cy="548640"/>
          </a:xfrm>
          <a:prstGeom prst="ellipse">
            <a:avLst/>
          </a:prstGeom>
          <a:solidFill>
            <a:srgbClr val="EE5A3A"/>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Automate with CI/CD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test and build on every push with GitHub Actions.</a:t>
            </a:r>
            <a:endParaRPr lang="en-US" sz="1550" dirty="0"/>
          </a:p>
        </p:txBody>
      </p:sp>
      <p:sp>
        <p:nvSpPr>
          <p:cNvPr id="8" name="Shape 6"/>
          <p:cNvSpPr/>
          <p:nvPr/>
        </p:nvSpPr>
        <p:spPr>
          <a:xfrm>
            <a:off x="548640" y="2916936"/>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804672" y="3159252"/>
            <a:ext cx="548640" cy="548640"/>
          </a:xfrm>
          <a:prstGeom prst="ellipse">
            <a:avLst/>
          </a:prstGeom>
          <a:solidFill>
            <a:srgbClr val="15B8A6"/>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Deploy to a public URL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push your container to a free host, live on the internet.</a:t>
            </a:r>
            <a:endParaRPr lang="en-US" sz="1550" dirty="0"/>
          </a:p>
        </p:txBody>
      </p:sp>
      <p:sp>
        <p:nvSpPr>
          <p:cNvPr id="12" name="Shape 10"/>
          <p:cNvSpPr/>
          <p:nvPr/>
        </p:nvSpPr>
        <p:spPr>
          <a:xfrm>
            <a:off x="548640" y="4096512"/>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3" name="Shape 11"/>
          <p:cNvSpPr/>
          <p:nvPr/>
        </p:nvSpPr>
        <p:spPr>
          <a:xfrm>
            <a:off x="804672" y="4338828"/>
            <a:ext cx="548640" cy="548640"/>
          </a:xfrm>
          <a:prstGeom prst="ellipse">
            <a:avLst/>
          </a:prstGeom>
          <a:solidFill>
            <a:srgbClr val="EE5A3A"/>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Monitor for drift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detect when the data has moved and decide to retrain.</a:t>
            </a:r>
            <a:endParaRPr lang="en-US" sz="1550" dirty="0"/>
          </a:p>
        </p:txBody>
      </p:sp>
      <p:sp>
        <p:nvSpPr>
          <p:cNvPr id="16" name="Shape 14"/>
          <p:cNvSpPr/>
          <p:nvPr/>
        </p:nvSpPr>
        <p:spPr>
          <a:xfrm>
            <a:off x="548640" y="5276088"/>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7" name="Shape 15"/>
          <p:cNvSpPr/>
          <p:nvPr/>
        </p:nvSpPr>
        <p:spPr>
          <a:xfrm>
            <a:off x="804672" y="5518404"/>
            <a:ext cx="548640" cy="548640"/>
          </a:xfrm>
          <a:prstGeom prst="ellipse">
            <a:avLst/>
          </a:prstGeom>
          <a:solidFill>
            <a:srgbClr val="15B8A6"/>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Demo &amp;amp; defend it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capstone demo and a mock technical interview.</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7</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CI/CD for machine learning</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CI/CD = automate the boring, risky steps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On every push: lint the code, run the tests, build the Docker image. No manual checklist to forget.</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GitHub Actions runs it for you</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small YAML file defines the steps; GitHub runs them on its machines, free for public repos.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ML adds model tests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Not just 'does the code run' but 'is accuracy above our threshold?' — a quality gate for the model.</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In ML, CI/CD checks two things software CI/CD never did: the data and the model. An accuracy gate that fails the build when the model drops below, say, 85% stops a bad model from ever reaching users. That's the ML twist.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7</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GitHub Actions — a pipeline in YAML</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ci.yml</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on: [push]</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jobs:</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build:</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steps:</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 run: ruff check .</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 run: pytest</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 run: docker build -t api .</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ON EVERY PUSH</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push → GitHub runs:</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lint</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tests (incl. accuracy gate)</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 docker build</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green check = safe to ship</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Break it: make a test fail and watch the pipeline turn red before anything ships.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4 · CI/CD with GitHub Actions</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Push your repo to GitHub, add a workflow that lints, tests and builds on every push, add a model accuracy gate, and watch it run — then break it.</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public GitHub repo with your project</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green Actions workflow on push</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model test / accuracy gate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red build you caused and then fixed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8</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Deploy to a free public host</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container is the deployable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We push the SAME Docker image you built yesterday to a managed host — no code changes.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Free tiers, real internet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Hugging Face Spaces (Docker) or Render give you a public HTTPS URL at no cost.</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Mind the basics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Read the port from an environment variable; expect a cold start on the first request.</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A managed host means you don't run servers — you hand over a container and get a URL. That's the same model as AWS/GCP managed endpoints, just free. When you can explain 'I containerized it and deployed to a managed endpoint', you sound like an engineer, not a student.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5 · Deploy to a Live URL</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Deploy your container to Hugging Face Spaces (or Render) and get a public HTTPS URL. Call your model from your phone. Add it to the class gallery.</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public URL serving your model</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successful prediction over the internet</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Your link on the class API gallery</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Notes on cold start &amp;amp; the port env var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9</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Monitoring, drift &amp;amp; governance</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Deployed is not done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live model degrades as the world changes. Monitoring is how you notice before your users do.</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Data drift vs concept drift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Inputs shift (data drift), or the input→output relationship changes (concept drift). Both hurt accuracy.</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Detect, alert, retrain</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Measure drift (PSI, KS test), alert when it crosses a threshold, and trigger retraining.</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Govern it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Track lineage, document the model, watch for bias — responsible ML.</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You can't fix what you can't see. A simple statistical test comparing today's inputs to the training data is often enough to catch drift early. The mature move isn't a fancy dashboard — it's having ANY alarm at all.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SESSION 9</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Catch drift with a simple test</a:t>
            </a:r>
            <a:endParaRPr lang="en-US" sz="3200" dirty="0"/>
          </a:p>
        </p:txBody>
      </p:sp>
      <p:sp>
        <p:nvSpPr>
          <p:cNvPr id="4" name="Shape 2"/>
          <p:cNvSpPr/>
          <p:nvPr/>
        </p:nvSpPr>
        <p:spPr>
          <a:xfrm>
            <a:off x="548640" y="1737360"/>
            <a:ext cx="5349240" cy="4297680"/>
          </a:xfrm>
          <a:prstGeom prst="roundRect">
            <a:avLst>
              <a:gd name="adj" fmla="val 2128"/>
            </a:avLst>
          </a:prstGeom>
          <a:solidFill>
            <a:srgbClr val="2A1A20"/>
          </a:solidFill>
          <a:ln/>
          <a:effectLst>
            <a:outerShdw sx="100000" sy="100000" kx="0" ky="0" algn="bl" rotWithShape="0" blurRad="101600" dist="38100" dir="5400000">
              <a:srgbClr val="2A1A20">
                <a:alpha val="12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15B8A6"/>
                </a:solidFill>
                <a:latin typeface="Calibri" pitchFamily="34" charset="0"/>
                <a:ea typeface="Calibri" pitchFamily="34" charset="-122"/>
                <a:cs typeface="Calibri" pitchFamily="34" charset="-120"/>
              </a:rPr>
              <a:t>PYTHON</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from scipy.stats import ks_2samp</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stat,p = ks_2samp(</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train["income"],</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live["income"])</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if p &lt; 0.05:</a:t>
            </a:r>
            <a:endParaRPr lang="en-US" sz="1200" dirty="0"/>
          </a:p>
          <a:p>
            <a:pPr indent="0" marL="0">
              <a:lnSpc>
                <a:spcPts val="1600"/>
              </a:lnSpc>
              <a:buNone/>
            </a:pPr>
            <a:r>
              <a:rPr lang="en-US" sz="1200" dirty="0">
                <a:solidFill>
                  <a:srgbClr val="E2E8F0"/>
                </a:solidFill>
                <a:latin typeface="Courier New" pitchFamily="34" charset="0"/>
                <a:ea typeface="Courier New" pitchFamily="34" charset="-122"/>
                <a:cs typeface="Courier New" pitchFamily="34" charset="-120"/>
              </a:rPr>
              <a:t>   alert("income drifted!")</a:t>
            </a:r>
            <a:endParaRPr lang="en-US" sz="1200" dirty="0"/>
          </a:p>
        </p:txBody>
      </p:sp>
      <p:sp>
        <p:nvSpPr>
          <p:cNvPr id="7" name="Shape 5"/>
          <p:cNvSpPr/>
          <p:nvPr/>
        </p:nvSpPr>
        <p:spPr>
          <a:xfrm>
            <a:off x="6263640" y="1737360"/>
            <a:ext cx="5349240" cy="4297680"/>
          </a:xfrm>
          <a:prstGeom prst="roundRect">
            <a:avLst>
              <a:gd name="adj" fmla="val 2128"/>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EE5A3A"/>
                </a:solidFill>
                <a:latin typeface="Calibri" pitchFamily="34" charset="0"/>
                <a:ea typeface="Calibri" pitchFamily="34" charset="-122"/>
                <a:cs typeface="Calibri" pitchFamily="34" charset="-120"/>
              </a:rPr>
              <a:t>THE SIGNAL</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baseline vs live data</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 ≥ 0.05 → stable</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p &lt; 0.05 → distribution</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moved → investigate /</a:t>
            </a:r>
            <a:endParaRPr lang="en-US" sz="1200" dirty="0"/>
          </a:p>
          <a:p>
            <a:pPr indent="0" marL="0">
              <a:lnSpc>
                <a:spcPts val="1600"/>
              </a:lnSpc>
              <a:buNone/>
            </a:pPr>
            <a:r>
              <a:rPr lang="en-US" sz="1200" dirty="0">
                <a:solidFill>
                  <a:srgbClr val="2A1A20"/>
                </a:solidFill>
                <a:latin typeface="Courier New" pitchFamily="34" charset="0"/>
                <a:ea typeface="Courier New" pitchFamily="34" charset="-122"/>
                <a:cs typeface="Courier New" pitchFamily="34" charset="-120"/>
              </a:rPr>
              <a:t>retrain</a:t>
            </a:r>
            <a:endParaRPr lang="en-US" sz="120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8A7079"/>
                </a:solidFill>
                <a:latin typeface="Calibri" pitchFamily="34" charset="0"/>
                <a:ea typeface="Calibri" pitchFamily="34" charset="-122"/>
                <a:cs typeface="Calibri" pitchFamily="34" charset="-120"/>
              </a:rPr>
              <a:t>In the mini-lab you'll shift a feature, detect it, and define a retraining trigger.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LIVE LAB  ·  HANDS-ON</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Live Lab 6 + Capstone · Monitor, Demo &amp;amp; Mock Interview</a:t>
            </a:r>
            <a:endParaRPr lang="en-US" sz="3600" dirty="0"/>
          </a:p>
        </p:txBody>
      </p:sp>
      <p:sp>
        <p:nvSpPr>
          <p:cNvPr id="5" name="Text 3"/>
          <p:cNvSpPr/>
          <p:nvPr/>
        </p:nvSpPr>
        <p:spPr>
          <a:xfrm>
            <a:off x="548640" y="2240280"/>
            <a:ext cx="10424160" cy="146304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Run a drift check on shifted data and define a retraining trigger. Then demo your live, end-to-end model — and defend it in a short mock technical interview.</a:t>
            </a:r>
            <a:endParaRPr lang="en-US" sz="1700" dirty="0"/>
          </a:p>
        </p:txBody>
      </p:sp>
      <p:sp>
        <p:nvSpPr>
          <p:cNvPr id="6" name="Text 4"/>
          <p:cNvSpPr/>
          <p:nvPr/>
        </p:nvSpPr>
        <p:spPr>
          <a:xfrm>
            <a:off x="548640" y="402336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YOU'LL SHIP</a:t>
            </a:r>
            <a:endParaRPr lang="en-US" sz="1200" dirty="0"/>
          </a:p>
        </p:txBody>
      </p:sp>
      <p:sp>
        <p:nvSpPr>
          <p:cNvPr id="7" name="Text 5"/>
          <p:cNvSpPr/>
          <p:nvPr/>
        </p:nvSpPr>
        <p:spPr>
          <a:xfrm>
            <a:off x="548640" y="434340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working drift check + retraining rule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Your end-to-end demo, from repo to live URL</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Answers to real MLOps interview questions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 finished project you can put on your CV</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Day 3 recap · course wrap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CI/CD tests and builds automatically — with a model accuracy gate</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Your container is live on a public URL — real MLOps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Drift monitoring + retraining triggers keep it honest</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You shipped a model end-to-end — and can defend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2026-07-17T16:17:45Z</dcterms:created>
  <dcterms:modified xsi:type="dcterms:W3CDTF">2026-07-17T16:17:45Z</dcterms:modified>
</cp:coreProperties>
</file>