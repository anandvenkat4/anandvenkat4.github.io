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one. Today is about a mindset shift. Up to now, your world has been: get a dataset, train a model, check the accuracy, done. Today I want to convince you that training the model is maybe twenty percent of the real work — and the other eighty percent is everything that keeps it working after you hit 'run'. We'll talk about why models fail in production, how mature teams organize this work, how to manage data and features so results are reproducible, and then you'll spend a big hands-on block tracking real experiments in MLflow. By lunch you'll have the vocabulary; by evening you'll have a tracked, registered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going today. You'll be able to explain the machine-learning lifecycle and give concrete, real reasons models fail once they're deployed — not hand-wavy ones. You'll understand MLOps maturity levels, so you can look at any team and say 'they're at level zero' or 'level two'. You'll know how to manage data and features so your work is reproducible, and you'll understand train/serve skew — one of the sneakiest bugs in all of ML. And you'll finish with a live lab tracking experiments in MLflow. Four goals; the last one is where most of the time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why do models fail in production? Let me give you four reasons, and they're all things you'll feel in this course. First, training is the easy twenty percent. A model that scores ninety-five percent in your notebook can be completely useless the day it meets real users. Second, the data moves. You trained on last year's customers; this year they behave differently — that's drift, and we'll deal with it on day three. Third, the plumbing breaks. Someone renames a column, or the preprocessing at serving time differs slightly from training — and the model gives confident, wrong answers with no error. Fourth, and worst — nobody's watching. A model can be quietly wrong for months. Read the insight with me: there's a well-known Google paper that calls ML systems a high-interest credit card of technical debt. The model itself is a tiny box; the huge mess of data plumbing around it is where things rot. MLOps is how we manage that mess.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also gave us a simple way to grade teams — MLOps maturity levels. Level zero is manual everything: notebooks, models emailed around, someone hand-deploys on a Friday and prays. That's where almost every student project and a surprising number of companies live. Level one adds an automated training pipeline — when new data arrives, retraining kicks off automatically. Level two is full CI/CD for the whole ML system — build, test, and deploy are all automated. Our three days walk you from level zero toward level two. And who does this work? It's a team sport — data scientists, ML engineers, data engineers, and SREs. MLOps is the discipline where all of them meet; being the person who speaks all four languages makes you very employable.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two — data and features, the foundation everything sits on. The core idea is reproducibility: the same data, plus the same code, plus the same environment, should always give the same result. That means pinning your library versions and fixing your random seeds — small habits, huge payoff. Next, version your data, not just your code. The question 'which exact data was this model trained on?' must have a precise answer, or you can't debug anything. And the big one — have one source of truth for features. The code that computes features for training must be the exact same code that computes them at serving time. Read the watch-out: train/serve skew is the classic silent killer. Features get computed one way in your notebook and a slightly different way in your API — the model passes every test and is quietly wrong in production. The fix is to share one feature function between training and serving, and that's precisely how the sample project you'll use is built — there's a single features.py both sides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train/serve skew concrete, because you will hit this in your careers. Look at the code. In training, we normalized age by subtracting 35 and dividing by 10. In the serving API, someone re-implemented it as just age divided by 10 — they forgot the subtraction. Same model, but it's now receiving a totally different 'age' feature than it learned on. The result on the right: ninety-six percent in tests, garbage in production, and no error message anywhere. This is why it's a silent killer. The fix is boringly simple and boringly important: write your feature code once, in one function, and import it in both train.py and the API. When we get to the FastAPI lab tomorrow, notice we do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setup for your first lab — experiment tracking. Here's the reality: to get a good model you'll run dozens of experiments — different features, different algorithms, different hyperparameters. A week later, which one was best? You will not remember, and your notebook is a graveyard of cells. So we track. For every run we log three things: the parameters you changed, the metrics you got, and the artifacts — including the model file itself — automatically. Then we compare all runs in a dashboard and pick the winner with evidence, not memory. Finally we register that winner in a model registry with a version number and a stage like 'staging' or 'production'. Read the insight: 'I got ninety-four percent once but I can't reproduce it' is the most expensive sentence in machine learning. Tracking fixes that, and MLflow does it in about three lines. Let's see those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lines. You start a run with mlflow.start_run, you log a parameter — here the number of trees — you log a metric — here the F1 score — and you log the model itself with log_model. That's it. Every time you train, one run gets recorded, and they all show up side by side in the MLflow UI running at localhost port 5000, where you can sort by score, compare parameters, and download any model. In the lab you'll do this for real: run several experiments, open the UI, compare them, and register your best model into the registry with a version. Don't just copy my code — change the hyperparameters and try to beat your neighbour's F1 score. We're keeping a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hands on keyboards. This is Lab 1 and it's a big block, so settle in. You'll take the loan-default model from the sample project and train it several different ways — change the number of trees, the max depth, the features — logging every single run to MLflow. Then open the MLflow UI and compare your runs visually. Pick your best and register it in the Model Registry as version one. Deliverables are on the slide: a set of comparable runs, a registered model, a screenshot for your report, and your best F1 on the class leaderboard up front. Pair up, and when you're stuck, ask your partner first, then me. I'll be walking around.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day one. The big lesson: training is only twenty percent — keeping the model working is the real job. Models fail from data drift, from broken plumbing like train/serve skew, and from nobody watching. Reproducibility habits and a single shared feature function prevent the sneakiest bugs. And you now know MLflow hands-on — you tracked runs and registered a model yourself. Tonight, make sure Docker is installed and your GitHub and Hugging Face accounts work, because tomorrow we start packaging and serving, and it moves fast. Great first day — see you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DAY 1 · FOUNDATIONS &amp;AMP; EXPERIMENT MANAGEMENT</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Why Models Fail — and How to Track Them</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The mindset shift from 'training a model' to 'running a model', plus your first live lab in MLflow.</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Venkat Loganathan · MLOps &amp; Model Deployment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DAY 1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By the end of today</a:t>
            </a:r>
            <a:endParaRPr lang="en-US" sz="3200" dirty="0"/>
          </a:p>
        </p:txBody>
      </p:sp>
      <p:sp>
        <p:nvSpPr>
          <p:cNvPr id="4" name="Shape 2"/>
          <p:cNvSpPr/>
          <p:nvPr/>
        </p:nvSpPr>
        <p:spPr>
          <a:xfrm>
            <a:off x="548640" y="1737360"/>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04672" y="1979676"/>
            <a:ext cx="548640" cy="548640"/>
          </a:xfrm>
          <a:prstGeom prst="ellipse">
            <a:avLst/>
          </a:prstGeom>
          <a:solidFill>
            <a:srgbClr val="EE5A3A"/>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Explain the ML lifecycle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and name concrete reasons models fail after training.</a:t>
            </a:r>
            <a:endParaRPr lang="en-US" sz="1550" dirty="0"/>
          </a:p>
        </p:txBody>
      </p:sp>
      <p:sp>
        <p:nvSpPr>
          <p:cNvPr id="8" name="Shape 6"/>
          <p:cNvSpPr/>
          <p:nvPr/>
        </p:nvSpPr>
        <p:spPr>
          <a:xfrm>
            <a:off x="548640" y="2916936"/>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804672" y="3159252"/>
            <a:ext cx="548640" cy="548640"/>
          </a:xfrm>
          <a:prstGeom prst="ellipse">
            <a:avLst/>
          </a:prstGeom>
          <a:solidFill>
            <a:srgbClr val="15B8A6"/>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Read MLOps maturity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know the difference between level 0, 1 and 2.</a:t>
            </a:r>
            <a:endParaRPr lang="en-US" sz="1550" dirty="0"/>
          </a:p>
        </p:txBody>
      </p:sp>
      <p:sp>
        <p:nvSpPr>
          <p:cNvPr id="12" name="Shape 10"/>
          <p:cNvSpPr/>
          <p:nvPr/>
        </p:nvSpPr>
        <p:spPr>
          <a:xfrm>
            <a:off x="548640" y="4096512"/>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3" name="Shape 11"/>
          <p:cNvSpPr/>
          <p:nvPr/>
        </p:nvSpPr>
        <p:spPr>
          <a:xfrm>
            <a:off x="804672" y="4338828"/>
            <a:ext cx="548640" cy="548640"/>
          </a:xfrm>
          <a:prstGeom prst="ellipse">
            <a:avLst/>
          </a:prstGeom>
          <a:solidFill>
            <a:srgbClr val="EE5A3A"/>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Manage data &amp;amp; features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reproducibility, versioning, and train/serve skew.</a:t>
            </a:r>
            <a:endParaRPr lang="en-US" sz="1550" dirty="0"/>
          </a:p>
        </p:txBody>
      </p:sp>
      <p:sp>
        <p:nvSpPr>
          <p:cNvPr id="16" name="Shape 14"/>
          <p:cNvSpPr/>
          <p:nvPr/>
        </p:nvSpPr>
        <p:spPr>
          <a:xfrm>
            <a:off x="548640" y="5276088"/>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7" name="Shape 15"/>
          <p:cNvSpPr/>
          <p:nvPr/>
        </p:nvSpPr>
        <p:spPr>
          <a:xfrm>
            <a:off x="804672" y="5518404"/>
            <a:ext cx="548640" cy="548640"/>
          </a:xfrm>
          <a:prstGeom prst="ellipse">
            <a:avLst/>
          </a:prstGeom>
          <a:solidFill>
            <a:srgbClr val="15B8A6"/>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Track experiments in MLflow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log, compare, and register a model (live lab).</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Why do models fail in production?</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Training is the easy 20%</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model that scores 95% in your notebook can be useless the day it meets real traffic.</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data moves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 world changes — customers, prices, behaviour. The model was trained on yesterday.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plumbing breaks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renamed column, a different preprocessing step at serving time, a library upgrade — silent, wrong answers.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Nobody's watching</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Without monitoring, a model can be quietly wrong for months and no one notices.</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A famous Google paper calls ML systems a 'high-interest credit card of technical debt'. The model is a tiny box in a huge diagram of data plumbing — and that plumbing is where things rot. MLOps is the discipline of managing that plumbing.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Maturity levels &amp;amp; who does what</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0</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Maturity Level 0</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Manual everything. Notebooks, hand-deploys, no automation. Where most student projects live.</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Level 1</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Automated training pipeline; continuous training when data changes.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Level 2</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Full CI/CD — automated build, test, and deploy of the whole ML system.</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The team</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Data scientist, ML engineer, data engineer, SRE — MLOps is where they meet.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Data &amp;amp; feature management</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Reproducibility is the foundation</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Same data + same code + same environment = same result. Pin versions, fix random seeds.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Version your data, not just code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'Which data was this model trained on?' must have an exact answer.</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One source of truth for features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 code that builds features for training must be the SAME code used at serving.</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Train/serve skew is the classic silent killer: features computed one way in the notebook and a slightly different way in the API. The model looks fine in tests and is wrong in production. Fix: share one feature function between train and serve — which is exactly how our sample project is built.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Train/serve skew — spot the bug</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TWO CODE PATHS</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training</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age_norm = (age - 35) / 10</a:t>
            </a:r>
            <a:endParaRPr lang="en-US" sz="1200" dirty="0"/>
          </a:p>
          <a:p>
            <a:pPr indent="0" marL="0">
              <a:lnSpc>
                <a:spcPts val="1600"/>
              </a:lnSpc>
              <a:buNone/>
            </a:pP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serving (the API)</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age_norm = age / 10</a:t>
            </a:r>
            <a:endParaRPr lang="en-US" sz="1200" dirty="0"/>
          </a:p>
          <a:p>
            <a:pPr indent="0" marL="0">
              <a:lnSpc>
                <a:spcPts val="1600"/>
              </a:lnSpc>
              <a:buNone/>
            </a:pP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same model, two different</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'age' features!</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THE FAILURE</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Model: 96% in tests</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Prod: garbage</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reason: the input the model</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sees at serving != what</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it saw in training.</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Fix: compute features in ONE shared function, imported by both train.py and the API.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3 · INTRO</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Why track experiments?</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You'll run dozens of experiments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Different features, models, hyperparameters. Which one was best? You won't remember.</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Track params, metrics, artifacts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Log what you changed, what score you got, and the model file itself — automatically.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Compare and choose with evidence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dashboard of every run beats scrolling through notebook cells.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Register the winner</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Promote the best run's model into a registry with a version number and a stage.</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'I got 94% once but I can't reproduce it' is the most expensive sentence in ML. Experiment tracking turns your work from a pile of nameless notebook runs into a searchable, comparable, reproducible record. MLflow does this with about three lines of code.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MLflow — three lines that save your work</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PYTHON</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import mlflow</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mlflow.set_experiment("loan")</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with mlflow.start_run():</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mlflow.log_param("n_est",200)</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mlflow.log_metric("f1",0.94)</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mlflow.sklearn.log_model(m,"model")</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TRACKED</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Run logged →</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params, metrics, model</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saved &amp;amp; comparable in</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the MLflow UI at</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localhost:5000</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In the lab you'll log real runs, compare them in the UI, and register your best model.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1 · Experiment Tracking with MLflow</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Train the loan-default model several ways, log every run to MLflow, compare them in the UI, and register &amp;amp; version your best model in the Model Registry.</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Several tracked runs you can compare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registered, versioned model</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screenshot of the MLflow UI for your report</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Your F1 on the class leaderboard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Day 1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Training is 20%; keeping a model working is the other 80%</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Models fail from drift, broken plumbing, and no monitoring</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Reproducibility + one feature source prevent train/serve skew</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MLflow tracks runs and versions your models — you did it live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2026-07-17T16:17:45Z</dcterms:created>
  <dcterms:modified xsi:type="dcterms:W3CDTF">2026-07-17T16:17:45Z</dcterms:modified>
</cp:coreProperties>
</file>