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Yesterday you trained and tracked a model. Today we make it usable by the outside world. Three parts: first, how to package a model so it runs anywhere; then a live lab wrapping it in a FastAPI web service so other programs can call it; then a live lab putting that service inside a Docker container so it runs identically on any machine. By the end of today, you'll have your model answering HTTP requests from inside a container — which is exactly the artifact we deploy to the internet tomorrow. Today is the most hands-on day yet, so let's keep the energy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four objectives. You'll serialize a model — save it and reload it reliably — and learn why pinning your dependencies matters. You'll serve it with FastAPI, building a health check and a predict endpoint with real input validation. You'll containerize it with Docker — write a Dockerfile, build an image, and run your API inside a container. And throughout, you'll test like an engineer: deliberately throwing good and bad inputs at your service to see how it holds up. Two labs, one lecture.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four — serialization and packaging, a short but important lecture. Serialization just means freezing your trained model to a file so you can load it later without retraining. For scikit-learn, joblib is the standard — one line to dump, one line to load. But here's the catch: a model saved with one library version might not load in another. So you pin your dependencies — record the exact versions in requirements.txt. And you package the whole bundle together: the model file, the feature code, and the version list all travel as one unit, because portability is the whole point. Read the watch-out: 'it works on my machine' almost always means an unpinned dependency. A model pickled with scikit-learn 1.4 can refuse to load on 1.2. Pin your versions — and tomorrow, Docker will make the entire environment part of the package so this problem disappears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serialization in practice. After training, one line: joblib.dump saves the fitted model to model.joblib. In the API, one line: joblib.load reads it back, and you call predict. The API never trains anything — it loads the frozen model and serves predictions, which is fast and cheap. On the right is the portable bundle: the model file plus a requirements.txt pinning the exact scikit-learn and joblib versions. That bundle is what makes your model reproducible on someone else's machine. Simple idea, and it's the hinge between 'a model in a notebook' and 'a model in a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five, and then straight into a lab. Serving means answering requests: another program sends your model some input over HTTP, and your service returns a prediction as JSON. That's online serving — one request, one answer, right now. The key habit: validate every input. FastAPI, together with Pydantic, checks the shape and types of each request automatically — send it a missing field or a string where a number should be, and it returns a clean 422 error instead of crashing. You'll start with two endpoints: a health check, so a monitor can ask 'are you alive?', and predict, for actual inference. And you get interactive documentation for free at slash-docs. Read the insight: FastAPI hands you validation, error handling, and Swagger docs almost for free — you write the prediction logic, it handles the web plumbing. That's why it dominates ML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service. You define a request model — LoanReq — listing every field and its type. FastAPI validates incoming requests against it automatically. Your predict function receives a clean, typed object, builds the feature row using row_to_frame — and notice, that's the exact same function training uses, so no train/serve skew — calls model.predict, and returns JSON. On the right: a well-formed request comes back with a prediction; a request missing a field comes back as a 422 validation error, automatically. In the lab you'll build this and then play with it live in the slash-docs Swagger page — no curl needed. And your break-it challenge is to send deliberately broken requests and watch the validation catch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two — let's build the API. You'll take the model you registered yesterday and wrap it in a FastAPI service with a health endpoint and a predict endpoint, with Pydantic validation on the inputs. Run it locally on port 8000, open slash-docs, and test predictions right there in the browser. Then the break-it challenge: send it malformed input — missing fields, wrong types, out-of-range values — and confirm it returns clean 422 errors instead of crashing. Finish by writing a tiny Python client that calls your API, because that's how the next stages talk to it. Pair up; I'm circulating. Forty minutes —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six — Docker, and then our second lab. A container packages your application together with its entire environment: your code, the Python runtime, every library, and the model file, all sealed into one image that runs identically anywhere. If you've heard of virtual machines — containers are the lighter cousin. They share the host operating system's kernel, so instead of booting a whole OS they start in seconds and stay small. You build a container from a Dockerfile, which is just a recipe: start from a base image, copy your code in, install your pinned dependencies, expose a port, and say how to start the API. Read the insight: Docker is the definitive answer to 'works on my machine.' Once your API runs in a container on your laptop, it runs the same on any server — including the free host we deploy to tomorrow. The container is the thing we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real Dockerfile for your API — read it top to bottom, because it's just a recipe. Start from a slim Python 3.11 base image. Set a working directory. Copy in requirements and install them first — that's a caching trick so rebuilds are fast. Copy your code. Expose port 8080. And the final command starts uvicorn serving your FastAPI app on that port, binding to 0.0.0.0 so it's reachable from outside the container. On the right are the only two commands you need: docker build to create the image, docker run to start it with the port mapped. Now your API is running inside a container at localhost 8080. Remember this image — it's literally what we push to the internet tomorrow, unchanged. In the lab, your break-it challenge is to get the port or the start command wrong and learn to read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three — put your API in a box. Write the Dockerfile, build the image, and run it as a container with the port mapped so you can reach it from your browser. Confirm your model answers predictions from inside the container — that's the milestone. Then the break-it challenge: deliberately map the wrong port, or use a wrong start command, watch it fail, read the error, and fix it — because reading Docker errors is a genuine skill. By the end you'll have a Dockerfile committed to your repo and a working image. This is the single most important artifact of the whole course, because tomorrow we ship exactly this. Pair up —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day two. You learned that a serialized model plus pinned dependencies makes a portable bundle. You built a real FastAPI service that serves predictions and validates inputs automatically. You reused the one shared feature function, so no train/serve skew crept in. And you containerized the whole thing with Docker — that image is the exact unit we deploy tomorrow. Tonight, make sure your GitHub repo is pushed and your Hugging Face account is ready, because day three is all about automation and shipping live. You're two-thirds of the way to a model on the internet. See you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DAY 2 · PACKAGING &amp;AMP; SERVING</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From a Model File to a Live API in a Box</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Serialize the model, wrap it in a FastAPI service, and containerize it with Docker — two live labs.</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Venkat Loganathan · MLOps &amp; Model Deployment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DAY 2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By the end of today</a:t>
            </a:r>
            <a:endParaRPr lang="en-US" sz="3200" dirty="0"/>
          </a:p>
        </p:txBody>
      </p:sp>
      <p:sp>
        <p:nvSpPr>
          <p:cNvPr id="4" name="Shape 2"/>
          <p:cNvSpPr/>
          <p:nvPr/>
        </p:nvSpPr>
        <p:spPr>
          <a:xfrm>
            <a:off x="548640" y="1737360"/>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04672" y="1979676"/>
            <a:ext cx="548640" cy="548640"/>
          </a:xfrm>
          <a:prstGeom prst="ellipse">
            <a:avLst/>
          </a:prstGeom>
          <a:solidFill>
            <a:srgbClr val="EE5A3A"/>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Serialize a model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save and reload it reliably with joblib; pin dependencies.</a:t>
            </a:r>
            <a:endParaRPr lang="en-US" sz="1550" dirty="0"/>
          </a:p>
        </p:txBody>
      </p:sp>
      <p:sp>
        <p:nvSpPr>
          <p:cNvPr id="8" name="Shape 6"/>
          <p:cNvSpPr/>
          <p:nvPr/>
        </p:nvSpPr>
        <p:spPr>
          <a:xfrm>
            <a:off x="548640" y="2916936"/>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804672" y="3159252"/>
            <a:ext cx="548640" cy="548640"/>
          </a:xfrm>
          <a:prstGeom prst="ellipse">
            <a:avLst/>
          </a:prstGeom>
          <a:solidFill>
            <a:srgbClr val="15B8A6"/>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Serve it with FastAPI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build /health and /predict endpoints with validation.</a:t>
            </a:r>
            <a:endParaRPr lang="en-US" sz="1550" dirty="0"/>
          </a:p>
        </p:txBody>
      </p:sp>
      <p:sp>
        <p:nvSpPr>
          <p:cNvPr id="12" name="Shape 10"/>
          <p:cNvSpPr/>
          <p:nvPr/>
        </p:nvSpPr>
        <p:spPr>
          <a:xfrm>
            <a:off x="548640" y="4096512"/>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3" name="Shape 11"/>
          <p:cNvSpPr/>
          <p:nvPr/>
        </p:nvSpPr>
        <p:spPr>
          <a:xfrm>
            <a:off x="804672" y="4338828"/>
            <a:ext cx="548640" cy="548640"/>
          </a:xfrm>
          <a:prstGeom prst="ellipse">
            <a:avLst/>
          </a:prstGeom>
          <a:solidFill>
            <a:srgbClr val="EE5A3A"/>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Containerize with Docker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write a Dockerfile, build an image, run the API in a container.</a:t>
            </a:r>
            <a:endParaRPr lang="en-US" sz="1550" dirty="0"/>
          </a:p>
        </p:txBody>
      </p:sp>
      <p:sp>
        <p:nvSpPr>
          <p:cNvPr id="16" name="Shape 14"/>
          <p:cNvSpPr/>
          <p:nvPr/>
        </p:nvSpPr>
        <p:spPr>
          <a:xfrm>
            <a:off x="548640" y="5276088"/>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7" name="Shape 15"/>
          <p:cNvSpPr/>
          <p:nvPr/>
        </p:nvSpPr>
        <p:spPr>
          <a:xfrm>
            <a:off x="804672" y="5518404"/>
            <a:ext cx="548640" cy="548640"/>
          </a:xfrm>
          <a:prstGeom prst="ellipse">
            <a:avLst/>
          </a:prstGeom>
          <a:solidFill>
            <a:srgbClr val="15B8A6"/>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Test like an engineer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hit your API with good and bad inputs and watch it behave.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Serialization &amp;amp; packaging</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Serialize = freeze the trained model</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Save the fitted model to a file so you can load it later without retraining. joblib is the go-to for scikit-learn.</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Pin your dependencies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model saved with one library version may not load in another. Record exact versions in requirements.txt.</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Package the whole bundle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Model + feature code + versions travel together. Portability is the goal.</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WATCH OUT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'It works on my machine' usually means an unpinned dependency. A model pickled with scikit-learn 1.4 can fail to load on 1.2. Always pin versions — and later, Docker makes the whole environment part of the package.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Save once, load anywhere</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PYTHON</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save (after training)</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import joblib</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joblib.dump(model,"model.joblib")</a:t>
            </a:r>
            <a:endParaRPr lang="en-US" sz="1200" dirty="0"/>
          </a:p>
          <a:p>
            <a:pPr indent="0" marL="0">
              <a:lnSpc>
                <a:spcPts val="1600"/>
              </a:lnSpc>
              <a:buNone/>
            </a:pP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load (in the API)</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model = joblib.load("model.joblib")</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pred = model.predict(X)</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THE BUNDLE</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model.joblib  (a file)</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requirements.txt</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scikit-learn==1.4.2</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joblib==1.4.0</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portable bundle</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The API never retrains — it just loads the frozen model and calls predict.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Serving a model with FastAPI</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Serving = answering requests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Other programs send input over HTTP; your service returns a prediction as JSON. This is 'online' serving.</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Validate every input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FastAPI + Pydantic check the request shape and types automatically — bad input gets a clear 422, not a crash.</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Two endpoints to start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/health so a monitor can check it's alive, and /predict for inference. Free interactive docs at /docs.</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FastAPI gives you validation, error handling, and Swagger documentation almost for free. That's why it's everywhere in ML serving — you write the prediction logic, the framework handles the web plumbing.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A model behind a REST endpoint</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FASTAPI</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class LoanReq(BaseModel):</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age:int; income:float; ...</a:t>
            </a:r>
            <a:endParaRPr lang="en-US" sz="1200" dirty="0"/>
          </a:p>
          <a:p>
            <a:pPr indent="0" marL="0">
              <a:lnSpc>
                <a:spcPts val="1600"/>
              </a:lnSpc>
              <a:buNone/>
            </a:pP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@app.post("/predict")</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def predict(r: LoanReq):</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X = row_to_frame(r)</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p = model.predict(X)[0]</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return {"default": int(p)}</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REQUEST → RESPONSE</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POST /predict</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{"age":30,"income":50000,..}</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{"default": 0}</a:t>
            </a:r>
            <a:endParaRPr lang="en-US" sz="1200" dirty="0"/>
          </a:p>
          <a:p>
            <a:pPr indent="0" marL="0">
              <a:lnSpc>
                <a:spcPts val="1600"/>
              </a:lnSpc>
              <a:buNone/>
            </a:pP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missing field?</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422 (validation error)</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Same row_to_frame() from training — no train/serve skew. Try it live in /docs.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LIVE LAB  ·  HANDS-ON</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Live Lab 2 · Serve with FastAPI</a:t>
            </a:r>
            <a:endParaRPr lang="en-US" sz="3600" dirty="0"/>
          </a:p>
        </p:txBody>
      </p:sp>
      <p:sp>
        <p:nvSpPr>
          <p:cNvPr id="5" name="Text 3"/>
          <p:cNvSpPr/>
          <p:nvPr/>
        </p:nvSpPr>
        <p:spPr>
          <a:xfrm>
            <a:off x="548640" y="2240280"/>
            <a:ext cx="10424160" cy="146304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Wrap your registered model in a FastAPI service with /health and /predict, validate inputs with Pydantic, and test it live in the Swagger UI.</a:t>
            </a:r>
            <a:endParaRPr lang="en-US" sz="1700" dirty="0"/>
          </a:p>
        </p:txBody>
      </p:sp>
      <p:sp>
        <p:nvSpPr>
          <p:cNvPr id="6" name="Text 4"/>
          <p:cNvSpPr/>
          <p:nvPr/>
        </p:nvSpPr>
        <p:spPr>
          <a:xfrm>
            <a:off x="548640" y="402336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YOU'LL SHIP</a:t>
            </a:r>
            <a:endParaRPr lang="en-US" sz="1200" dirty="0"/>
          </a:p>
        </p:txBody>
      </p:sp>
      <p:sp>
        <p:nvSpPr>
          <p:cNvPr id="7" name="Text 5"/>
          <p:cNvSpPr/>
          <p:nvPr/>
        </p:nvSpPr>
        <p:spPr>
          <a:xfrm>
            <a:off x="548640" y="434340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running API on localhost:8000</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Working /health and /predict endpoints</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Input validation you tested by breaking it</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short Python client that calls your API</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6</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Containerization with Docker</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A container = your app + its whole environment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Code, Python, libraries, the model — all sealed in one image that runs identically anywhere.</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Lighter than a virtual machine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Containers share the host OS kernel, so they start in seconds and are small.</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Dockerfile is a recipe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Base image → copy code → install pinned deps → expose a port → command to start the API.</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Docker is the answer to 'works on my machine'. Once your API runs in a container on your laptop, it runs the same on a server, a teammate's machine, or the free host we deploy to tomorrow. The container IS the deployable unit.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6</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A Dockerfile for your API</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Dockerfile</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FROM python:3.11-slim</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WORKDIR /app</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COPY requirements.txt .</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RUN pip install -r requirements.txt</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COPY . .</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EXPOSE 8080</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CMD ["uvicorn","app.main:app",</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"--host","0.0.0.0","--port","8080"]</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BUILD &amp; RUN</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docker build -t loan-api .</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docker run -p 8080:8080 loan-api</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API live in a container</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at localhost:8080</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Build once, run anywhere. This same image is what we deploy tomorrow.</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LIVE LAB  ·  HANDS-ON</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Live Lab 3 · Containerize with Docker</a:t>
            </a:r>
            <a:endParaRPr lang="en-US" sz="3600" dirty="0"/>
          </a:p>
        </p:txBody>
      </p:sp>
      <p:sp>
        <p:nvSpPr>
          <p:cNvPr id="5" name="Text 3"/>
          <p:cNvSpPr/>
          <p:nvPr/>
        </p:nvSpPr>
        <p:spPr>
          <a:xfrm>
            <a:off x="548640" y="2240280"/>
            <a:ext cx="10424160" cy="146304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Write a Dockerfile for your FastAPI service, build the image, run it as a container with the port mapped, and call the model inside the box.</a:t>
            </a:r>
            <a:endParaRPr lang="en-US" sz="1700" dirty="0"/>
          </a:p>
        </p:txBody>
      </p:sp>
      <p:sp>
        <p:nvSpPr>
          <p:cNvPr id="6" name="Text 4"/>
          <p:cNvSpPr/>
          <p:nvPr/>
        </p:nvSpPr>
        <p:spPr>
          <a:xfrm>
            <a:off x="548640" y="402336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YOU'LL SHIP</a:t>
            </a:r>
            <a:endParaRPr lang="en-US" sz="1200" dirty="0"/>
          </a:p>
        </p:txBody>
      </p:sp>
      <p:sp>
        <p:nvSpPr>
          <p:cNvPr id="7" name="Text 5"/>
          <p:cNvSpPr/>
          <p:nvPr/>
        </p:nvSpPr>
        <p:spPr>
          <a:xfrm>
            <a:off x="548640" y="434340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Dockerfile in your repo</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built image (docker images)</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Your API answering from inside a container</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deliberately broken run you diagnosed &amp;amp; fixed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Day 2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A serialized model + pinned deps = a portable bundle</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FastAPI serves predictions with automatic validation</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Reuse ONE feature function — no train/serve skew</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Docker seals app + environment into the unit we deploy tomorrow</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2026-07-17T16:17:45Z</dcterms:created>
  <dcterms:modified xsi:type="dcterms:W3CDTF">2026-07-17T16:17:45Z</dcterms:modified>
</cp:coreProperties>
</file>